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5143500" cx="9144000"/>
  <p:notesSz cx="6858000" cy="9144000"/>
  <p:embeddedFontLst>
    <p:embeddedFont>
      <p:font typeface="Proxima Nova"/>
      <p:regular r:id="rId14"/>
      <p:bold r:id="rId15"/>
      <p:italic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roximaNova-bold.fntdata"/><Relationship Id="rId14" Type="http://schemas.openxmlformats.org/officeDocument/2006/relationships/font" Target="fonts/ProximaNova-regular.fntdata"/><Relationship Id="rId17" Type="http://schemas.openxmlformats.org/officeDocument/2006/relationships/font" Target="fonts/ProximaNova-boldItalic.fntdata"/><Relationship Id="rId16" Type="http://schemas.openxmlformats.org/officeDocument/2006/relationships/font" Target="fonts/ProximaNova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" name="Google Shape;1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g3f02a4f90bc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" name="Google Shape;23;g3f02a4f90bc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g3f02a4f90bc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" name="Google Shape;30;g3f02a4f90bc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g3f02a4f90b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" name="Google Shape;38;g3f02a4f90b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g3f02a4f90b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" name="Google Shape;46;g3f02a4f90b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f02a4f90bc_0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f02a4f90bc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f02a4f90bc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f02a4f90bc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f02a4f90bc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f02a4f90bc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f02a4f90bc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f02a4f90bc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3">
  <p:cSld name="TITLE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8;p3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TITLE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4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325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2">
  <p:cSld name="TITLE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5" title="190х3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475750" y="307550"/>
            <a:ext cx="1292676" cy="264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6"/>
          <p:cNvSpPr txBox="1"/>
          <p:nvPr/>
        </p:nvSpPr>
        <p:spPr>
          <a:xfrm>
            <a:off x="1828753" y="1494183"/>
            <a:ext cx="27225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0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ИТ-</a:t>
            </a:r>
            <a:r>
              <a:rPr b="1" lang="en-GB" sz="20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СОРЕВНОВАНИЕ</a:t>
            </a:r>
            <a:endParaRPr b="1" sz="2000">
              <a:solidFill>
                <a:srgbClr val="5302E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" name="Google Shape;18;p6"/>
          <p:cNvSpPr txBox="1"/>
          <p:nvPr/>
        </p:nvSpPr>
        <p:spPr>
          <a:xfrm>
            <a:off x="1828750" y="1834648"/>
            <a:ext cx="49842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00FFBF"/>
                </a:solidFill>
                <a:latin typeface="Proxima Nova"/>
                <a:ea typeface="Proxima Nova"/>
                <a:cs typeface="Proxima Nova"/>
                <a:sym typeface="Proxima Nova"/>
              </a:rPr>
              <a:t>НОРНИКЕЛЬ</a:t>
            </a:r>
            <a:endParaRPr b="1" sz="4800">
              <a:solidFill>
                <a:srgbClr val="00FFB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" name="Google Shape;19;p6"/>
          <p:cNvSpPr txBox="1"/>
          <p:nvPr/>
        </p:nvSpPr>
        <p:spPr>
          <a:xfrm>
            <a:off x="1828750" y="2437123"/>
            <a:ext cx="5890200" cy="73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800">
                <a:solidFill>
                  <a:srgbClr val="5302E0"/>
                </a:solidFill>
                <a:latin typeface="Proxima Nova"/>
                <a:ea typeface="Proxima Nova"/>
                <a:cs typeface="Proxima Nova"/>
                <a:sym typeface="Proxima Nova"/>
              </a:rPr>
              <a:t>AI SCIENCE HACK</a:t>
            </a:r>
            <a:endParaRPr b="1" sz="4800">
              <a:solidFill>
                <a:srgbClr val="5302E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" name="Google Shape;20;p6"/>
          <p:cNvSpPr/>
          <p:nvPr/>
        </p:nvSpPr>
        <p:spPr>
          <a:xfrm>
            <a:off x="1947550" y="3381750"/>
            <a:ext cx="2817900" cy="413700"/>
          </a:xfrm>
          <a:prstGeom prst="roundRect">
            <a:avLst>
              <a:gd fmla="val 50000" name="adj"/>
            </a:avLst>
          </a:prstGeom>
          <a:solidFill>
            <a:srgbClr val="530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Призовой фонд 1 500 000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latin typeface="Proxima Nova"/>
                <a:ea typeface="Proxima Nova"/>
                <a:cs typeface="Proxima Nova"/>
                <a:sym typeface="Proxima Nova"/>
              </a:rPr>
              <a:t>ЗАГОЛОВОК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6" name="Google Shape;26;p7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Proxima Nova"/>
                <a:ea typeface="Proxima Nova"/>
                <a:cs typeface="Proxima Nova"/>
                <a:sym typeface="Proxima Nova"/>
              </a:rPr>
              <a:t>Саблайн и описание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" name="Google Shape;27;p7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latin typeface="Proxima Nova"/>
                <a:ea typeface="Proxima Nova"/>
                <a:cs typeface="Proxima Nova"/>
                <a:sym typeface="Proxima Nova"/>
              </a:rPr>
              <a:t>ЗАГОЛОВОК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" name="Google Shape;33;p8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Proxima Nova"/>
                <a:ea typeface="Proxima Nova"/>
                <a:cs typeface="Proxima Nova"/>
                <a:sym typeface="Proxima Nova"/>
              </a:rPr>
              <a:t>Саблайн и описание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4" name="Google Shape;34;p8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5" name="Google Shape;35;p8"/>
          <p:cNvPicPr preferRelativeResize="0"/>
          <p:nvPr/>
        </p:nvPicPr>
        <p:blipFill rotWithShape="1">
          <a:blip r:embed="rId3">
            <a:alphaModFix/>
          </a:blip>
          <a:srcRect b="0" l="12553" r="12546" t="0"/>
          <a:stretch/>
        </p:blipFill>
        <p:spPr>
          <a:xfrm>
            <a:off x="5420407" y="1091800"/>
            <a:ext cx="2696400" cy="3600000"/>
          </a:xfrm>
          <a:prstGeom prst="round2DiagRect">
            <a:avLst>
              <a:gd fmla="val 4278" name="adj1"/>
              <a:gd fmla="val 1279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 txBox="1"/>
          <p:nvPr/>
        </p:nvSpPr>
        <p:spPr>
          <a:xfrm>
            <a:off x="252168" y="10918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latin typeface="Proxima Nova"/>
                <a:ea typeface="Proxima Nova"/>
                <a:cs typeface="Proxima Nova"/>
                <a:sym typeface="Proxima Nova"/>
              </a:rPr>
              <a:t>ЗАГОЛОВОК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1" name="Google Shape;41;p9"/>
          <p:cNvSpPr txBox="1"/>
          <p:nvPr/>
        </p:nvSpPr>
        <p:spPr>
          <a:xfrm>
            <a:off x="252175" y="18538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Proxima Nova"/>
                <a:ea typeface="Proxima Nova"/>
                <a:cs typeface="Proxima Nova"/>
                <a:sym typeface="Proxima Nova"/>
              </a:rPr>
              <a:t>Саблайн и описание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" name="Google Shape;42;p9"/>
          <p:cNvSpPr txBox="1"/>
          <p:nvPr/>
        </p:nvSpPr>
        <p:spPr>
          <a:xfrm>
            <a:off x="252175" y="26492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3" name="Google Shape;43;p9"/>
          <p:cNvPicPr preferRelativeResize="0"/>
          <p:nvPr/>
        </p:nvPicPr>
        <p:blipFill rotWithShape="1">
          <a:blip r:embed="rId3">
            <a:alphaModFix/>
          </a:blip>
          <a:srcRect b="0" l="12553" r="12546" t="0"/>
          <a:stretch/>
        </p:blipFill>
        <p:spPr>
          <a:xfrm>
            <a:off x="5764375" y="771753"/>
            <a:ext cx="2696400" cy="3600000"/>
          </a:xfrm>
          <a:prstGeom prst="round2DiagRect">
            <a:avLst>
              <a:gd fmla="val 4278" name="adj1"/>
              <a:gd fmla="val 1279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/>
          <p:nvPr/>
        </p:nvSpPr>
        <p:spPr>
          <a:xfrm>
            <a:off x="342000" y="1094400"/>
            <a:ext cx="8460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10"/>
          <p:cNvSpPr txBox="1"/>
          <p:nvPr/>
        </p:nvSpPr>
        <p:spPr>
          <a:xfrm>
            <a:off x="556968" y="1320410"/>
            <a:ext cx="7576200" cy="79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4000">
                <a:latin typeface="Proxima Nova"/>
                <a:ea typeface="Proxima Nova"/>
                <a:cs typeface="Proxima Nova"/>
                <a:sym typeface="Proxima Nova"/>
              </a:rPr>
              <a:t>ЗАГОЛОВОК</a:t>
            </a:r>
            <a:endParaRPr b="1" sz="4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0" name="Google Shape;50;p10"/>
          <p:cNvSpPr txBox="1"/>
          <p:nvPr/>
        </p:nvSpPr>
        <p:spPr>
          <a:xfrm>
            <a:off x="556975" y="2082410"/>
            <a:ext cx="7576200" cy="4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latin typeface="Proxima Nova"/>
                <a:ea typeface="Proxima Nova"/>
                <a:cs typeface="Proxima Nova"/>
                <a:sym typeface="Proxima Nova"/>
              </a:rPr>
              <a:t>Саблайн и описание</a:t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1" name="Google Shape;51;p10"/>
          <p:cNvSpPr txBox="1"/>
          <p:nvPr/>
        </p:nvSpPr>
        <p:spPr>
          <a:xfrm>
            <a:off x="556975" y="2877810"/>
            <a:ext cx="8208600" cy="15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 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 для редактирования</a:t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2" name="Google Shape;52;p10"/>
          <p:cNvSpPr/>
          <p:nvPr/>
        </p:nvSpPr>
        <p:spPr>
          <a:xfrm>
            <a:off x="7062500" y="906700"/>
            <a:ext cx="1341000" cy="413700"/>
          </a:xfrm>
          <a:prstGeom prst="roundRect">
            <a:avLst>
              <a:gd fmla="val 50000" name="adj"/>
            </a:avLst>
          </a:prstGeom>
          <a:solidFill>
            <a:srgbClr val="530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53" name="Google Shape;53;p10"/>
          <p:cNvSpPr/>
          <p:nvPr/>
        </p:nvSpPr>
        <p:spPr>
          <a:xfrm>
            <a:off x="5778400" y="906700"/>
            <a:ext cx="1091400" cy="413700"/>
          </a:xfrm>
          <a:prstGeom prst="roundRect">
            <a:avLst>
              <a:gd fmla="val 50000" name="adj"/>
            </a:avLst>
          </a:prstGeom>
          <a:solidFill>
            <a:srgbClr val="5302E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  <a:latin typeface="Proxima Nova"/>
                <a:ea typeface="Proxima Nova"/>
                <a:cs typeface="Proxima Nova"/>
                <a:sym typeface="Proxima Nova"/>
              </a:rPr>
              <a:t>Текст</a:t>
            </a:r>
            <a:endParaRPr b="1">
              <a:solidFill>
                <a:schemeClr val="lt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/>
          <p:nvPr/>
        </p:nvSpPr>
        <p:spPr>
          <a:xfrm>
            <a:off x="342000" y="1094400"/>
            <a:ext cx="4095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1"/>
          <p:cNvSpPr/>
          <p:nvPr/>
        </p:nvSpPr>
        <p:spPr>
          <a:xfrm>
            <a:off x="4717800" y="1094400"/>
            <a:ext cx="4095000" cy="3600000"/>
          </a:xfrm>
          <a:prstGeom prst="round2DiagRect">
            <a:avLst>
              <a:gd fmla="val 3636" name="adj1"/>
              <a:gd fmla="val 13273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